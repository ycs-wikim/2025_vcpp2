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E82B4-AC7C-4947-BF2C-CE437A7CC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6C256D-074A-46B9-B230-E281A2653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2199D6-6BD4-41DD-8CB7-8944CC30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DF815A-644E-4616-AADA-0EFDFCEF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6597C-9875-4F18-B5EF-B82E88B6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73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A909D-2B95-44C5-A083-C6A2623E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EC2178-CC19-490E-98A6-2EE24B86D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9DFC07-A34F-4DBA-A753-2DDE3DA4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E9AD7-B9AA-4F16-99AD-AC8E9690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AA40CF-5B8D-46B2-BFBC-49C7692C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39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BD8C6-DFA3-469A-8FAD-995B163A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264B66-1473-4F66-BD02-EC41401E9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FAE4C-0158-449B-B18A-65503269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DA7C6-CC05-464C-A593-2B61281D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DFC98F-51F5-4700-91C9-EB39152F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09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6A62F-378C-4CA6-9F14-7E31EF6B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D709B1-21D8-452F-94EA-09C077D1D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D718D1-17DC-47F8-9D40-2B211C684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71CEE0-129E-4957-9AC9-E18C2A64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C90BBC-1833-4063-B903-4A863632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C82142-B3BE-4494-8BD5-3BB8B566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61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35485-00FE-4B1B-90FB-756D305C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903081-444D-4FA1-BFA6-5B81EF4B7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4E6160-F929-46ED-B2F3-BC01EFA61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37DC1C-A2F9-460C-BEC7-D2D53492F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AFA728-6C52-4C13-A9FF-680B49B4C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371F38-FBC1-4679-9736-2DF4CD67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D7A3C4-B905-4EBB-B0C8-3C52D163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D4A77D-E40F-4FBA-B10D-08D9BB04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64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10234-DD39-4016-AE26-DD3D7108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F10E13-EC69-4ACA-8311-2B80A7DB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5AAC9B-073D-4EF9-82F1-A19412DF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5B7474-85AF-4FEC-ABA9-5E9B8B78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03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1A0E04-B0A7-4BA4-84AB-400A72FC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F617A4-B674-448E-87B9-F2849BD6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71FF12-2819-41EF-A70A-E2B99A0C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33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C58AB-6CF0-48B0-AD8C-1A63226A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E42EDA-5D67-4091-8239-153A9E9A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6B68E8-D0C8-4D35-8C2C-4E354B376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E219BF-BC76-4895-A41E-0C15A667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0118F-2379-41F5-B7EC-B9AF3AC8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61FEE5-DBF6-4914-BA57-6669DF7A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811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BA3D6-BC24-43C5-9585-8B1561478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A2CAF2-2306-4A2D-BF33-2B9328551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3CEA8D-A8AA-4C1A-82BE-4F4CF6B52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15258D-80AD-4E25-9EAE-6E459E87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44F0-E538-4546-866A-C3EFE6CD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B88BB3-0C49-4105-B41E-958EABE6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16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CFDE7-FCCE-43B3-B582-EC0C5961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8E264F-515B-405D-BFA1-B93563E7E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8D40A-0971-412B-B28C-019B05DB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B1891-8081-4543-BF8E-4368DB8E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450F83-1E96-450F-93FF-32F37921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69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141B74-4D3F-4EAE-B714-BB374E85E6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2FD5ED-9007-4CC3-BFBC-484A0293D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1F1E92-9799-4BF2-A25C-55BE80BA5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EEA8F3-3043-422F-9502-1FAF8957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F7C65-8E02-48A8-B7F8-84997DF7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38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B4FEF9-DC28-4C89-8783-A42BD7EE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6F916D-57FD-4D3C-BC0F-706E80898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96D9BF-3C07-46BE-911A-AF6E33159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760C2-1751-45E2-B520-38CFFF9A741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B68E24-74EA-4916-B7D2-ED11ABBA1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C5F4F5-605F-4377-A0D2-5DE91A29C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A9625-6CD3-4664-B5B5-89637215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1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C84CB-906D-410D-9745-9A2F772CA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1111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124279-FF44-4142-AB95-D570DED23D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07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67DE7-538E-4722-874E-25DEF883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동기화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86B05B-53BC-4D29-BA0F-7F15EFD51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동기화 문제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공유 자원에 대한 접근이 문제 </a:t>
            </a:r>
            <a:r>
              <a:rPr lang="en-US" altLang="ko-KR" dirty="0"/>
              <a:t>– </a:t>
            </a:r>
            <a:r>
              <a:rPr lang="ko-KR" altLang="en-US" dirty="0"/>
              <a:t>개념</a:t>
            </a:r>
            <a:r>
              <a:rPr lang="en-US" altLang="ko-KR" dirty="0"/>
              <a:t>, </a:t>
            </a:r>
            <a:r>
              <a:rPr lang="ko-KR" altLang="en-US" dirty="0"/>
              <a:t>논리</a:t>
            </a:r>
            <a:r>
              <a:rPr lang="en-US" altLang="ko-KR" dirty="0"/>
              <a:t>, </a:t>
            </a:r>
            <a:r>
              <a:rPr lang="ko-KR" altLang="en-US" dirty="0"/>
              <a:t>용어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해결 방법 </a:t>
            </a:r>
            <a:r>
              <a:rPr lang="en-US" altLang="ko-KR" dirty="0">
                <a:sym typeface="Wingdings" panose="05000000000000000000" pitchFamily="2" charset="2"/>
              </a:rPr>
              <a:t> OS</a:t>
            </a:r>
            <a:r>
              <a:rPr lang="ko-KR" altLang="en-US" dirty="0">
                <a:sym typeface="Wingdings" panose="05000000000000000000" pitchFamily="2" charset="2"/>
              </a:rPr>
              <a:t>가 해결한다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윈도우의 경우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가지 방법으로 문제를 해결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1. Critical Section (</a:t>
            </a:r>
            <a:r>
              <a:rPr lang="ko-KR" altLang="en-US" dirty="0">
                <a:sym typeface="Wingdings" panose="05000000000000000000" pitchFamily="2" charset="2"/>
              </a:rPr>
              <a:t>임계 영역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2. Semaphore (</a:t>
            </a:r>
            <a:r>
              <a:rPr lang="ko-KR" altLang="en-US" dirty="0" err="1">
                <a:sym typeface="Wingdings" panose="05000000000000000000" pitchFamily="2" charset="2"/>
              </a:rPr>
              <a:t>세마포어</a:t>
            </a:r>
            <a:r>
              <a:rPr lang="en-US" altLang="ko-KR" dirty="0">
                <a:sym typeface="Wingdings" panose="05000000000000000000" pitchFamily="2" charset="2"/>
              </a:rPr>
              <a:t>) – </a:t>
            </a:r>
            <a:r>
              <a:rPr lang="ko-KR" altLang="en-US" dirty="0">
                <a:sym typeface="Wingdings" panose="05000000000000000000" pitchFamily="2" charset="2"/>
              </a:rPr>
              <a:t>이론적으로 운영체제 수업에서 배움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P( ), V( ) </a:t>
            </a:r>
            <a:r>
              <a:rPr lang="ko-KR" altLang="en-US" dirty="0">
                <a:sym typeface="Wingdings" panose="05000000000000000000" pitchFamily="2" charset="2"/>
              </a:rPr>
              <a:t>연산을 통해 동기화 문제를 이론적으로 해결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3. Mutex (</a:t>
            </a:r>
            <a:r>
              <a:rPr lang="ko-KR" altLang="en-US" dirty="0" err="1">
                <a:sym typeface="Wingdings" panose="05000000000000000000" pitchFamily="2" charset="2"/>
              </a:rPr>
              <a:t>뮤텍스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정리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88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4BFC4-CBDF-481B-A273-BA18EB3F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D68C0-CFFB-4B8B-9515-99EC0E616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자원의 개수가 존재하고</a:t>
            </a:r>
            <a:r>
              <a:rPr lang="en-US" altLang="ko-KR" dirty="0"/>
              <a:t>, </a:t>
            </a:r>
            <a:r>
              <a:rPr lang="ko-KR" altLang="en-US" dirty="0"/>
              <a:t>이를 제어하는 객체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자원을 통해 작업을 제어할 수 있도록 만들어 준다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공유 자원에 대한 처리를 하는 객체가 아니다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HANDLE (LPVOID, void*)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사용 </a:t>
            </a:r>
            <a:r>
              <a:rPr lang="en-US" altLang="ko-KR" dirty="0"/>
              <a:t>API 4</a:t>
            </a:r>
            <a:r>
              <a:rPr lang="ko-KR" altLang="en-US" dirty="0"/>
              <a:t>종 </a:t>
            </a:r>
            <a:r>
              <a:rPr lang="en-US" altLang="ko-KR" dirty="0"/>
              <a:t>(+a)</a:t>
            </a:r>
          </a:p>
          <a:p>
            <a:pPr lvl="1"/>
            <a:r>
              <a:rPr lang="en-US" altLang="ko-KR" dirty="0"/>
              <a:t> 1. </a:t>
            </a:r>
            <a:r>
              <a:rPr lang="ko-KR" altLang="en-US" dirty="0"/>
              <a:t>생성 </a:t>
            </a:r>
            <a:r>
              <a:rPr lang="en-US" altLang="ko-KR" dirty="0"/>
              <a:t>: </a:t>
            </a:r>
            <a:r>
              <a:rPr lang="en-US" altLang="ko-KR" dirty="0" err="1"/>
              <a:t>CreateSemaphore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2. </a:t>
            </a:r>
            <a:r>
              <a:rPr lang="ko-KR" altLang="en-US" dirty="0"/>
              <a:t>자료형 해제 </a:t>
            </a:r>
            <a:r>
              <a:rPr lang="en-US" altLang="ko-KR" dirty="0"/>
              <a:t>: </a:t>
            </a:r>
            <a:r>
              <a:rPr lang="en-US" altLang="ko-KR" dirty="0" err="1"/>
              <a:t>CloseHandle</a:t>
            </a:r>
            <a:r>
              <a:rPr lang="en-US" altLang="ko-KR" dirty="0"/>
              <a:t>( )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모든 </a:t>
            </a:r>
            <a:r>
              <a:rPr lang="en-US" altLang="ko-KR" dirty="0"/>
              <a:t>HANDLE </a:t>
            </a:r>
            <a:r>
              <a:rPr lang="ko-KR" altLang="en-US" dirty="0"/>
              <a:t>자료형의 해제는 </a:t>
            </a:r>
            <a:r>
              <a:rPr lang="en-US" altLang="ko-KR" dirty="0" err="1"/>
              <a:t>CloseHandle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3. </a:t>
            </a:r>
            <a:r>
              <a:rPr lang="ko-KR" altLang="en-US" dirty="0"/>
              <a:t>진입</a:t>
            </a:r>
            <a:r>
              <a:rPr lang="en-US" altLang="ko-KR" dirty="0"/>
              <a:t>/</a:t>
            </a:r>
            <a:r>
              <a:rPr lang="ko-KR" altLang="en-US" dirty="0"/>
              <a:t>대기 </a:t>
            </a:r>
            <a:r>
              <a:rPr lang="en-US" altLang="ko-KR" dirty="0"/>
              <a:t>: </a:t>
            </a:r>
            <a:r>
              <a:rPr lang="en-US" altLang="ko-KR" dirty="0" err="1"/>
              <a:t>WaitForSingleObject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4. </a:t>
            </a:r>
            <a:r>
              <a:rPr lang="ko-KR" altLang="en-US" dirty="0"/>
              <a:t>임계 영역 해제 </a:t>
            </a:r>
            <a:r>
              <a:rPr lang="en-US" altLang="ko-KR" dirty="0"/>
              <a:t>: </a:t>
            </a:r>
            <a:r>
              <a:rPr lang="en-US" altLang="ko-KR" dirty="0" err="1"/>
              <a:t>ReleaseSemaphore</a:t>
            </a:r>
            <a:r>
              <a:rPr lang="en-US" altLang="ko-KR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209895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64182-4B99-4AC0-B3A3-47BFFC6E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Mutex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B424D1-63D3-4328-A8D4-4E6B72757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자원의 개수가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이름을 </a:t>
            </a:r>
            <a:r>
              <a:rPr lang="en-US" altLang="ko-KR" dirty="0"/>
              <a:t>OS</a:t>
            </a:r>
            <a:r>
              <a:rPr lang="ko-KR" altLang="en-US" dirty="0"/>
              <a:t>에 등록할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등록된 이름을 통해 단일 프로세스 실행 환경을 생성 가능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</a:t>
            </a:r>
            <a:r>
              <a:rPr lang="en-US" altLang="ko-KR" b="1" dirty="0"/>
              <a:t>HANDLE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사용 </a:t>
            </a:r>
            <a:r>
              <a:rPr lang="en-US" altLang="ko-KR" dirty="0"/>
              <a:t>API 4</a:t>
            </a:r>
            <a:r>
              <a:rPr lang="ko-KR" altLang="en-US" dirty="0"/>
              <a:t> 종류 </a:t>
            </a:r>
            <a:r>
              <a:rPr lang="en-US" altLang="ko-KR" dirty="0"/>
              <a:t>(+a)</a:t>
            </a:r>
          </a:p>
          <a:p>
            <a:pPr lvl="1"/>
            <a:r>
              <a:rPr lang="en-US" altLang="ko-KR" dirty="0"/>
              <a:t> 1. </a:t>
            </a:r>
            <a:r>
              <a:rPr lang="ko-KR" altLang="en-US" dirty="0"/>
              <a:t>생성 </a:t>
            </a:r>
            <a:r>
              <a:rPr lang="en-US" altLang="ko-KR" dirty="0"/>
              <a:t>: </a:t>
            </a:r>
            <a:r>
              <a:rPr lang="en-US" altLang="ko-KR" dirty="0" err="1"/>
              <a:t>CreateMutex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2. </a:t>
            </a:r>
            <a:r>
              <a:rPr lang="ko-KR" altLang="en-US" dirty="0"/>
              <a:t>자원 해제 </a:t>
            </a:r>
            <a:r>
              <a:rPr lang="en-US" altLang="ko-KR" dirty="0"/>
              <a:t>: </a:t>
            </a:r>
            <a:r>
              <a:rPr lang="en-US" altLang="ko-KR" dirty="0" err="1"/>
              <a:t>CloseHandle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3. </a:t>
            </a:r>
            <a:r>
              <a:rPr lang="ko-KR" altLang="en-US" dirty="0"/>
              <a:t>진입</a:t>
            </a:r>
            <a:r>
              <a:rPr lang="en-US" altLang="ko-KR" dirty="0"/>
              <a:t>/</a:t>
            </a:r>
            <a:r>
              <a:rPr lang="ko-KR" altLang="en-US" dirty="0"/>
              <a:t>대기 </a:t>
            </a:r>
            <a:r>
              <a:rPr lang="en-US" altLang="ko-KR" dirty="0"/>
              <a:t>: </a:t>
            </a:r>
            <a:r>
              <a:rPr lang="en-US" altLang="ko-KR" dirty="0" err="1"/>
              <a:t>WaitForSingleObject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4. </a:t>
            </a:r>
            <a:r>
              <a:rPr lang="ko-KR" altLang="en-US" dirty="0"/>
              <a:t>임계 영역 해제 </a:t>
            </a:r>
            <a:r>
              <a:rPr lang="en-US" altLang="ko-KR" dirty="0"/>
              <a:t>: </a:t>
            </a:r>
            <a:r>
              <a:rPr lang="en-US" altLang="ko-KR" dirty="0" err="1"/>
              <a:t>ReleaseMutex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5. </a:t>
            </a:r>
            <a:r>
              <a:rPr lang="ko-KR" altLang="en-US" dirty="0"/>
              <a:t>이름 검색 </a:t>
            </a:r>
            <a:r>
              <a:rPr lang="en-US" altLang="ko-KR" dirty="0"/>
              <a:t>: </a:t>
            </a:r>
            <a:r>
              <a:rPr lang="en-US" altLang="ko-KR" dirty="0" err="1"/>
              <a:t>OpenMutex</a:t>
            </a:r>
            <a:r>
              <a:rPr lang="en-US" altLang="ko-KR" dirty="0"/>
              <a:t>(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92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63AF3-A5F6-4B82-8747-C8209296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동기화 방법들의 정리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3AFC564-D146-4A32-9E94-6463823E2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684447"/>
              </p:ext>
            </p:extLst>
          </p:nvPr>
        </p:nvGraphicFramePr>
        <p:xfrm>
          <a:off x="838200" y="1825624"/>
          <a:ext cx="10515600" cy="4602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425736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34409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08833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76756818"/>
                    </a:ext>
                  </a:extLst>
                </a:gridCol>
              </a:tblGrid>
              <a:tr h="51138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Critical Section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Semaphore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Mutex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287933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자료형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CRITICAL_SECION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HANDLE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757914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InitializeCriticalSection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CreateSemaphore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CreateMutex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756871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DeleteCriticalSection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CloseHandle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8567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임계영역 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EnterCriticalSection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WaitForSingleObject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590040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임계영역 해제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LeaveCriticalSection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ReleaseSemaphore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ReleaseMutex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26950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자원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577918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 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O(Process)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O(OS)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837673"/>
                  </a:ext>
                </a:extLst>
              </a:tr>
              <a:tr h="51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소유자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8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138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300</Words>
  <Application>Microsoft Office PowerPoint</Application>
  <PresentationFormat>와이드스크린</PresentationFormat>
  <Paragraphs>65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1111</vt:lpstr>
      <vt:lpstr>동기화 문제</vt:lpstr>
      <vt:lpstr>Semaphore</vt:lpstr>
      <vt:lpstr>Mutex</vt:lpstr>
      <vt:lpstr>동기화 방법들의 정리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</dc:title>
  <dc:creator>YUHAN</dc:creator>
  <cp:lastModifiedBy>YUHAN</cp:lastModifiedBy>
  <cp:revision>5</cp:revision>
  <dcterms:created xsi:type="dcterms:W3CDTF">2025-11-11T04:11:43Z</dcterms:created>
  <dcterms:modified xsi:type="dcterms:W3CDTF">2025-11-11T06:45:05Z</dcterms:modified>
</cp:coreProperties>
</file>