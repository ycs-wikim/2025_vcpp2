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1438D-365C-4618-A4E7-5E93BBA24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6301AD-73F4-452A-AD64-230929955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42277-301A-45CF-B58A-2645B7A2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2A4A8-E82A-4ADF-9928-743B73BA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39DEDC-FCC3-4FA8-BF5F-2E50FAE0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23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45D38-BBFD-40C4-960A-0CAA3B08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5352F-E1FD-4160-996A-4D156512A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0AA404-6F8E-4257-8983-69113FB4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A2DE4-BE0D-490D-B82B-F61B59AF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19A140-311B-4B73-9CA4-3F45A172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58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8F4FE-D1A9-43C2-BD3B-20BBF5E4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76C528-1E94-49CB-A620-C26DC6042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E4D891-B79A-4419-A708-BF13B624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3EDFA4-1043-45ED-BA9C-F889D832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0A9932-ED91-4323-9142-9F48CE8C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03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E08AB-49A7-4DBE-BE6E-A8DD052D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C575A-BE1B-4352-8374-2F8F77FBC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CE84F8-602C-4135-ADBA-3F3302944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144AC1-F2BF-48B1-AB64-9ACEC068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8449B5-295A-45DB-A3F0-31950978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C44257-8902-424B-8BD4-5E0485F1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70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503EB-D303-4111-A6E7-F69CD562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219AF0-76CF-45D7-AA8C-CDBCA4875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87E9B4-0862-4268-AD2A-743647921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1BB200-61F1-4923-87BD-71D9F75D8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691372-544F-4E74-B362-5A58B6B4B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D79B9D-A4B6-4788-A686-E4289195E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C6B78E-497A-4832-B791-C55AA40A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266288-7BB5-4438-A121-4CE42317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03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D2D06-D99C-43F2-830C-6BC445F2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588500-34EA-4E75-84BC-E3C71CD5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FC0262-9A37-4E27-96FC-CD009F9A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B9AB5A-A569-45AA-B29A-34C35ECA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853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E806509-7C0B-4F09-B1AA-A60A7BDE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3CF8AE-28EE-41CB-814F-A730A8831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6691F6-3582-4E5C-9A55-D29E84C5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18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3AAC5-0AEB-4D3C-8F24-10C8B461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CC112-D2A9-4124-A05C-603BF919E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E5D29-E6A3-414F-ABB1-2B0032F2C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D60075-B36C-4B35-9D57-705A7DC5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30A706-32F7-4F3B-AE8F-E42BD4A0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33D6E5-3C68-4E76-B551-9102A114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34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D58E4-1291-421E-8EA0-1128365DA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C7E89D-93C9-4C8B-8D8E-4FE85ADC1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6761C1-C774-4E49-8129-D20787504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CE988C-FA04-4CA9-B591-56035F732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E4850C-4723-40C9-B1A2-D231C6E7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995A4D-E3DA-4780-90A3-7EBC01C9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01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D8A82-82C0-4064-8A5A-63980EE74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1C06BC-E4CE-4C6D-BE05-706D38CDD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C4FB8-A587-439D-83AB-B7281985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3182EF-64CC-4FF9-8D0C-75600483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FC4510-6479-4E5D-94FC-C1247AC6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263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1E777F-9A56-4C71-A709-7EFC47AD7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F2A49D-19B7-4132-8193-20925C4FA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F42007-8E5F-4DF3-812D-ECEA46B5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B818BE-619F-480F-9057-F77C81063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DF8217-1F16-43C8-9CF0-E1444310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73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2B61D7-092A-46EF-A5D6-0725B637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DADF92-96FB-43BF-B019-8DAF5C093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871973-6679-4524-A796-DCA066459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3A525-6C99-43C6-B079-5EEC4357396F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15E65D-84D5-4EF6-B6D1-B959885D7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DD509-56AB-432C-A2E3-266BD3BBD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3FAC8-BBCD-44F3-A8CC-5663ADE14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2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9B8F3-C2DD-44A7-B062-2CEB715C0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1118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B686EF-3919-486F-9146-5732CD22E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00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9AB5C-9991-4D37-89DD-B1505CB7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AC1E2C-E4A0-4E03-A764-32C249C13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프로세스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실행 중</a:t>
            </a:r>
            <a:r>
              <a:rPr lang="en-US" altLang="ko-KR" dirty="0"/>
              <a:t>(</a:t>
            </a:r>
            <a:r>
              <a:rPr lang="ko-KR" altLang="en-US" dirty="0"/>
              <a:t>메모리 적재 </a:t>
            </a:r>
            <a:r>
              <a:rPr lang="en-US" altLang="ko-KR" dirty="0"/>
              <a:t>– Code, Data, Stack)</a:t>
            </a:r>
            <a:r>
              <a:rPr lang="ko-KR" altLang="en-US" dirty="0"/>
              <a:t>인 프로그램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프로그램이 실행되는 하나의 주요 흐름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운영체제마다 개수가 다름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윈도우 </a:t>
            </a:r>
            <a:r>
              <a:rPr lang="en-US" altLang="ko-KR" dirty="0"/>
              <a:t>: 1 Process, 1 Thread(</a:t>
            </a:r>
            <a:r>
              <a:rPr lang="ko-KR" altLang="en-US" dirty="0"/>
              <a:t>기본</a:t>
            </a:r>
            <a:r>
              <a:rPr lang="en-US" altLang="ko-KR" dirty="0"/>
              <a:t> </a:t>
            </a:r>
            <a:r>
              <a:rPr lang="ko-KR" altLang="en-US" dirty="0"/>
              <a:t>제어 단위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리눅스 </a:t>
            </a:r>
            <a:r>
              <a:rPr lang="en-US" altLang="ko-KR" dirty="0"/>
              <a:t>: 1 Process(</a:t>
            </a:r>
            <a:r>
              <a:rPr lang="ko-KR" altLang="en-US" dirty="0"/>
              <a:t>기본 제어 단위</a:t>
            </a:r>
            <a:r>
              <a:rPr lang="en-US" altLang="ko-KR" dirty="0"/>
              <a:t>), 0 Thread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참조 사이트 </a:t>
            </a:r>
            <a:r>
              <a:rPr lang="en-US" altLang="ko-KR" dirty="0"/>
              <a:t>: </a:t>
            </a:r>
            <a:r>
              <a:rPr lang="en-US" altLang="ko-KR" dirty="0" err="1"/>
              <a:t>sysinternals</a:t>
            </a:r>
            <a:r>
              <a:rPr lang="en-US" altLang="ko-KR" dirty="0"/>
              <a:t> </a:t>
            </a:r>
            <a:r>
              <a:rPr lang="ko-KR" altLang="en-US" dirty="0"/>
              <a:t>사이트 검색 후 </a:t>
            </a:r>
            <a:r>
              <a:rPr lang="en-US" altLang="ko-KR" dirty="0"/>
              <a:t>MS </a:t>
            </a:r>
            <a:r>
              <a:rPr lang="ko-KR" altLang="en-US" dirty="0"/>
              <a:t>공식 홈으로</a:t>
            </a:r>
            <a:r>
              <a:rPr lang="en-US" altLang="ko-KR" dirty="0"/>
              <a:t>~</a:t>
            </a:r>
          </a:p>
          <a:p>
            <a:pPr lvl="1"/>
            <a:r>
              <a:rPr lang="en-US" altLang="ko-KR" dirty="0"/>
              <a:t> Process Explorer </a:t>
            </a:r>
            <a:r>
              <a:rPr lang="ko-KR" altLang="en-US" dirty="0"/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3856308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CC6AE-6B33-4108-9561-E1969CF7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프로세스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5E1AEB-F26A-4577-B1EE-F08A16346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자료형</a:t>
            </a:r>
            <a:endParaRPr lang="en-US" altLang="ko-KR" dirty="0"/>
          </a:p>
          <a:p>
            <a:pPr lvl="1"/>
            <a:r>
              <a:rPr lang="en-US" altLang="ko-KR" dirty="0"/>
              <a:t> 1. STARTUPINFO</a:t>
            </a:r>
          </a:p>
          <a:p>
            <a:pPr lvl="2"/>
            <a:r>
              <a:rPr lang="en-US" altLang="ko-KR" dirty="0"/>
              <a:t> OS</a:t>
            </a:r>
            <a:r>
              <a:rPr lang="ko-KR" altLang="en-US" dirty="0"/>
              <a:t>에게 초기 실행 상태 정보를 요청하기 위해 필요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핸들 정보</a:t>
            </a:r>
            <a:r>
              <a:rPr lang="en-US" altLang="ko-KR" dirty="0"/>
              <a:t>, </a:t>
            </a:r>
            <a:r>
              <a:rPr lang="ko-KR" altLang="en-US" dirty="0"/>
              <a:t>실행 위치</a:t>
            </a:r>
            <a:r>
              <a:rPr lang="en-US" altLang="ko-KR" dirty="0"/>
              <a:t>, </a:t>
            </a:r>
            <a:r>
              <a:rPr lang="ko-KR" altLang="en-US" dirty="0"/>
              <a:t>창의 크기 등등 </a:t>
            </a:r>
            <a:r>
              <a:rPr lang="en-US" altLang="ko-KR" dirty="0"/>
              <a:t>…</a:t>
            </a:r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정보를 제공하지 않으면</a:t>
            </a:r>
            <a:r>
              <a:rPr lang="en-US" altLang="ko-KR" dirty="0"/>
              <a:t>, OS</a:t>
            </a:r>
            <a:r>
              <a:rPr lang="ko-KR" altLang="en-US" dirty="0"/>
              <a:t>가 알아서 실행한다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2. PROCESS_INFORMATION</a:t>
            </a:r>
          </a:p>
          <a:p>
            <a:pPr lvl="2"/>
            <a:r>
              <a:rPr lang="en-US" altLang="ko-KR" dirty="0"/>
              <a:t> OS</a:t>
            </a:r>
            <a:r>
              <a:rPr lang="ko-KR" altLang="en-US" dirty="0"/>
              <a:t>가 요청에 의해 실행된 상태의 프로세스 정보를 반환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자식 프로세스의 핸들과 </a:t>
            </a:r>
            <a:r>
              <a:rPr lang="en-US" altLang="ko-KR" dirty="0"/>
              <a:t>ID, </a:t>
            </a:r>
            <a:r>
              <a:rPr lang="ko-KR" altLang="en-US" dirty="0"/>
              <a:t>스레드의 핸들과 </a:t>
            </a:r>
            <a:r>
              <a:rPr lang="en-US" altLang="ko-KR" dirty="0"/>
              <a:t>ID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생성 </a:t>
            </a:r>
            <a:r>
              <a:rPr lang="en-US" altLang="ko-KR" dirty="0"/>
              <a:t>API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CreateProcess</a:t>
            </a:r>
            <a:r>
              <a:rPr lang="en-US" altLang="ko-KR" dirty="0"/>
              <a:t>( ) : </a:t>
            </a:r>
            <a:r>
              <a:rPr lang="ko-KR" altLang="en-US" dirty="0"/>
              <a:t>자식 프로세스 생성 요청</a:t>
            </a:r>
          </a:p>
        </p:txBody>
      </p:sp>
    </p:spTree>
    <p:extLst>
      <p:ext uri="{BB962C8B-B14F-4D97-AF65-F5344CB8AC3E}">
        <p14:creationId xmlns:p14="http://schemas.microsoft.com/office/powerpoint/2010/main" val="330717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AC3AD-DE15-4E2B-AD6B-267522B3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자식 프로세스 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D84FF-A685-4BE6-81B4-8FC2C2B0C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자식 프로세스 제어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프로세스 종료 </a:t>
            </a:r>
            <a:r>
              <a:rPr lang="en-US" altLang="ko-KR" dirty="0"/>
              <a:t>: </a:t>
            </a:r>
            <a:r>
              <a:rPr lang="en-US" altLang="ko-KR" dirty="0" err="1"/>
              <a:t>TerminateProcess</a:t>
            </a:r>
            <a:r>
              <a:rPr lang="en-US" altLang="ko-KR" dirty="0"/>
              <a:t>( ) API</a:t>
            </a:r>
            <a:r>
              <a:rPr lang="ko-KR" altLang="en-US" dirty="0"/>
              <a:t>로 자식 종료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	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작업 관리자에서 </a:t>
            </a:r>
            <a:r>
              <a:rPr lang="ko-KR" altLang="en-US" dirty="0" err="1">
                <a:sym typeface="Wingdings" panose="05000000000000000000" pitchFamily="2" charset="2"/>
              </a:rPr>
              <a:t>종료시키는</a:t>
            </a:r>
            <a:r>
              <a:rPr lang="ko-KR" altLang="en-US" dirty="0">
                <a:sym typeface="Wingdings" panose="05000000000000000000" pitchFamily="2" charset="2"/>
              </a:rPr>
              <a:t> 것과 동일하게 종료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	 </a:t>
            </a:r>
            <a:r>
              <a:rPr lang="ko-KR" altLang="en-US" dirty="0">
                <a:sym typeface="Wingdings" panose="05000000000000000000" pitchFamily="2" charset="2"/>
              </a:rPr>
              <a:t>작업 정보나 상태 정보 등이 유실될 수 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 자식 프로세스의 스레드 제어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기존 스레드 제어 </a:t>
            </a:r>
            <a:r>
              <a:rPr lang="en-US" altLang="ko-KR" dirty="0"/>
              <a:t>API</a:t>
            </a:r>
            <a:r>
              <a:rPr lang="ko-KR" altLang="en-US" dirty="0"/>
              <a:t>를 그대로 사용 가능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SuspendThread</a:t>
            </a:r>
            <a:r>
              <a:rPr lang="en-US" altLang="ko-KR" dirty="0"/>
              <a:t>( ), </a:t>
            </a:r>
            <a:r>
              <a:rPr lang="en-US" altLang="ko-KR" dirty="0" err="1"/>
              <a:t>ResumeThread</a:t>
            </a:r>
            <a:r>
              <a:rPr lang="en-US" altLang="ko-KR" dirty="0"/>
              <a:t>( ) </a:t>
            </a:r>
            <a:r>
              <a:rPr lang="ko-KR" altLang="en-US" dirty="0"/>
              <a:t>모두 사용 가능</a:t>
            </a:r>
            <a:endParaRPr lang="en-US" altLang="ko-KR" dirty="0"/>
          </a:p>
          <a:p>
            <a:pPr lvl="4"/>
            <a:endParaRPr lang="en-US" altLang="ko-KR" dirty="0"/>
          </a:p>
          <a:p>
            <a:r>
              <a:rPr lang="ko-KR" altLang="en-US" dirty="0"/>
              <a:t> 윈도우는 </a:t>
            </a:r>
            <a:r>
              <a:rPr lang="en-US" altLang="ko-KR" dirty="0"/>
              <a:t>1 Process </a:t>
            </a:r>
            <a:r>
              <a:rPr lang="ko-KR" altLang="en-US" dirty="0"/>
              <a:t>당 </a:t>
            </a:r>
            <a:r>
              <a:rPr lang="en-US" altLang="ko-KR" dirty="0"/>
              <a:t>1 Thread</a:t>
            </a:r>
            <a:r>
              <a:rPr lang="ko-KR" altLang="en-US" dirty="0"/>
              <a:t>가  무조건 실행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1 Thread</a:t>
            </a:r>
            <a:r>
              <a:rPr lang="ko-KR" altLang="en-US" dirty="0"/>
              <a:t>의 이름 </a:t>
            </a:r>
            <a:r>
              <a:rPr lang="en-US" altLang="ko-KR" dirty="0"/>
              <a:t>: </a:t>
            </a:r>
            <a:r>
              <a:rPr lang="ko-KR" altLang="en-US" dirty="0"/>
              <a:t>베이스 스레드</a:t>
            </a:r>
            <a:r>
              <a:rPr lang="en-US" altLang="ko-KR" dirty="0"/>
              <a:t>(Base Thread)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658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B61D16-0541-43A0-A351-08B699E55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프로세스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0BAC7E-AC73-4436-8191-F12662C9A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73841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부모 프로세스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자식 프로세스 </a:t>
            </a:r>
            <a:r>
              <a:rPr lang="en-US" altLang="ko-KR" dirty="0"/>
              <a:t>2</a:t>
            </a:r>
            <a:r>
              <a:rPr lang="ko-KR" altLang="en-US" dirty="0"/>
              <a:t>개를 생성</a:t>
            </a:r>
            <a:endParaRPr lang="en-US" altLang="ko-KR" dirty="0"/>
          </a:p>
          <a:p>
            <a:pPr lvl="1"/>
            <a:r>
              <a:rPr lang="en-US" altLang="ko-KR" dirty="0"/>
              <a:t> LBUTTONDOWN</a:t>
            </a:r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자기 자신과 </a:t>
            </a:r>
            <a:r>
              <a:rPr lang="en-US" altLang="ko-KR" dirty="0"/>
              <a:t>mspaint.exe </a:t>
            </a:r>
            <a:r>
              <a:rPr lang="ko-KR" altLang="en-US" dirty="0"/>
              <a:t>프로세스를 동시에 실행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자식 관계인 자신의 프로세스의 </a:t>
            </a:r>
            <a:r>
              <a:rPr lang="en-US" altLang="ko-KR" dirty="0"/>
              <a:t>RBUTTONDOWN </a:t>
            </a:r>
            <a:r>
              <a:rPr lang="ko-KR" altLang="en-US" dirty="0"/>
              <a:t>발생 시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형제 관계인 </a:t>
            </a:r>
            <a:r>
              <a:rPr lang="en-US" altLang="ko-KR" dirty="0"/>
              <a:t>mspaint.exe</a:t>
            </a:r>
            <a:r>
              <a:rPr lang="ko-KR" altLang="en-US" dirty="0"/>
              <a:t>를 </a:t>
            </a:r>
            <a:r>
              <a:rPr lang="en-US" altLang="ko-KR" dirty="0" err="1"/>
              <a:t>TerminateProcess</a:t>
            </a:r>
            <a:r>
              <a:rPr lang="ko-KR" altLang="en-US" dirty="0"/>
              <a:t>로 종료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ED7057-98AD-4DC8-8BD9-95261E75EA0F}"/>
              </a:ext>
            </a:extLst>
          </p:cNvPr>
          <p:cNvSpPr/>
          <p:nvPr/>
        </p:nvSpPr>
        <p:spPr>
          <a:xfrm>
            <a:off x="907228" y="4919133"/>
            <a:ext cx="2032000" cy="1257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1118.exe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912D8D-5FF5-43DA-8F16-AB1EB206A55C}"/>
              </a:ext>
            </a:extLst>
          </p:cNvPr>
          <p:cNvSpPr/>
          <p:nvPr/>
        </p:nvSpPr>
        <p:spPr>
          <a:xfrm>
            <a:off x="7052733" y="4199466"/>
            <a:ext cx="2032000" cy="1257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1118.exe’</a:t>
            </a:r>
          </a:p>
          <a:p>
            <a:pPr algn="ctr"/>
            <a:r>
              <a:rPr lang="ko-KR" altLang="en-US" dirty="0"/>
              <a:t>자식 프로세스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8B5783-2038-4E7B-88D0-8E3BACBC5504}"/>
              </a:ext>
            </a:extLst>
          </p:cNvPr>
          <p:cNvSpPr/>
          <p:nvPr/>
        </p:nvSpPr>
        <p:spPr>
          <a:xfrm>
            <a:off x="7052733" y="5548048"/>
            <a:ext cx="2032000" cy="1257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Mspaint.exe</a:t>
            </a:r>
          </a:p>
          <a:p>
            <a:pPr algn="ctr"/>
            <a:r>
              <a:rPr lang="ko-KR" altLang="en-US" dirty="0"/>
              <a:t>자식 프로세스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046EDBEB-ED44-4809-8DA1-854CB6EA3FD0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939228" y="4828381"/>
            <a:ext cx="4113505" cy="71966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1BCBA475-53E6-4D1B-8460-88F74C309BB5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939228" y="5548048"/>
            <a:ext cx="4113505" cy="62891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F74C4B1-EBDB-49EE-B97C-645D5AAF0FF0}"/>
              </a:ext>
            </a:extLst>
          </p:cNvPr>
          <p:cNvSpPr txBox="1"/>
          <p:nvPr/>
        </p:nvSpPr>
        <p:spPr>
          <a:xfrm>
            <a:off x="9308597" y="4464381"/>
            <a:ext cx="2210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RBD : </a:t>
            </a:r>
            <a:r>
              <a:rPr lang="en-US" altLang="ko-KR" dirty="0" err="1"/>
              <a:t>mspaint</a:t>
            </a:r>
            <a:r>
              <a:rPr lang="en-US" altLang="ko-KR" dirty="0"/>
              <a:t> </a:t>
            </a:r>
            <a:r>
              <a:rPr lang="ko-KR" altLang="en-US" dirty="0"/>
              <a:t>종료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FA81FF79-CAFD-4BE3-B212-6832AB01DA9D}"/>
              </a:ext>
            </a:extLst>
          </p:cNvPr>
          <p:cNvCxnSpPr>
            <a:cxnSpLocks/>
            <a:stCxn id="5" idx="3"/>
            <a:endCxn id="6" idx="3"/>
          </p:cNvCxnSpPr>
          <p:nvPr/>
        </p:nvCxnSpPr>
        <p:spPr>
          <a:xfrm>
            <a:off x="9084733" y="4828381"/>
            <a:ext cx="12700" cy="1348582"/>
          </a:xfrm>
          <a:prstGeom prst="bentConnector3">
            <a:avLst>
              <a:gd name="adj1" fmla="val 104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5F3D0EC-A4E0-47D8-AE0B-F31493C93FDD}"/>
              </a:ext>
            </a:extLst>
          </p:cNvPr>
          <p:cNvSpPr txBox="1"/>
          <p:nvPr/>
        </p:nvSpPr>
        <p:spPr>
          <a:xfrm>
            <a:off x="3256158" y="5508096"/>
            <a:ext cx="13981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LBD : 2</a:t>
            </a:r>
            <a:r>
              <a:rPr lang="ko-KR" altLang="en-US" dirty="0"/>
              <a:t>개의</a:t>
            </a:r>
            <a:endParaRPr lang="en-US" altLang="ko-KR" dirty="0"/>
          </a:p>
          <a:p>
            <a:r>
              <a:rPr lang="ko-KR" altLang="en-US" dirty="0"/>
              <a:t> 프로세스</a:t>
            </a:r>
            <a:endParaRPr lang="en-US" altLang="ko-KR" dirty="0"/>
          </a:p>
          <a:p>
            <a:r>
              <a:rPr lang="ko-KR" altLang="en-US" dirty="0"/>
              <a:t> 동시 생성</a:t>
            </a:r>
          </a:p>
        </p:txBody>
      </p:sp>
    </p:spTree>
    <p:extLst>
      <p:ext uri="{BB962C8B-B14F-4D97-AF65-F5344CB8AC3E}">
        <p14:creationId xmlns:p14="http://schemas.microsoft.com/office/powerpoint/2010/main" val="464098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299</Words>
  <Application>Microsoft Office PowerPoint</Application>
  <PresentationFormat>와이드스크린</PresentationFormat>
  <Paragraphs>49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1118</vt:lpstr>
      <vt:lpstr>Process</vt:lpstr>
      <vt:lpstr>프로세스 생성</vt:lpstr>
      <vt:lpstr>자식 프로세스 제어</vt:lpstr>
      <vt:lpstr>프로세스 과제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1118</dc:title>
  <dc:creator>YUHAN</dc:creator>
  <cp:lastModifiedBy>YUHAN</cp:lastModifiedBy>
  <cp:revision>5</cp:revision>
  <dcterms:created xsi:type="dcterms:W3CDTF">2025-11-18T00:21:01Z</dcterms:created>
  <dcterms:modified xsi:type="dcterms:W3CDTF">2025-11-18T02:43:03Z</dcterms:modified>
</cp:coreProperties>
</file>