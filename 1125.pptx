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6B2AC-248B-4A56-B645-1F90C665A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568EF5-ADC2-4208-91C0-7CD6DCEB2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9C5C1-A235-47BF-AA87-69D2D3A5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3C3807-378F-4609-9A30-BF5FF71B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06D5D-69B3-4A67-BE62-ADA1C0F8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1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B007A-48C0-493B-8DA1-42A553DD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6A2458-0C4F-402A-AA2D-A340457DA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2C254-691B-4A17-A8FC-100D917A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A3936D-577B-4B2A-B6F4-23F10F44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93AB3-C229-4620-BBBB-C2BD4BD0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27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8C4EF-84A3-4BF7-B701-CFC13737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02447A-832C-4C72-8608-96649FC2A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D34962-439A-423D-AFA2-A395B518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20F53-D15C-42F3-9B6A-F613AAFD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F92E9-0773-428B-82E4-6B6B9C00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04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B15A0-DAF0-4FE8-AD92-2B4DBA79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0C6D9-9AE8-4446-B8DF-D41BF63C4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DD13E1-825E-4FD2-9B29-51F2AD565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0A148-ECF0-45EA-9AAC-C950D52D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512D71-E37F-48D7-AE6E-61E4E7AB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EEA22D-2343-40A4-B7CB-4A649F29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6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FE01B-5FB3-480D-911C-86D7E12B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9D79A-4B43-402B-A9AC-4447D6033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FA7AF3-B410-4CBC-9961-6116F7A13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F1CFFF-73CF-4FDE-B2E6-DA70A7CF1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661C34-5A22-490A-A67A-BCCAEDAAE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EB1595-C11E-4FC5-96ED-E577C5F2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230ABF-0A76-4637-B68B-2A229183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89CE34-9121-4EE3-B0AC-3DC5A94F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48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54A4C-7687-4899-9E9E-5589C65B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6DA605-2330-46F1-85AE-175AA084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A51252-8CC7-44FE-A520-9B1BB9CE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85034F-9B4F-4110-B2F7-400949AF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7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5036F5-57B9-462E-A35D-6E4B2630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B1D79D-239F-4BD0-B6F9-6CA220B9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F12D7-20EE-43E6-A34C-59E2CD07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6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199A2-1EBC-4E9C-A449-A5DF70EB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CCBE7-DB69-43D8-81F8-1341FA3E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041046-C94F-443F-8454-643B27AC8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AEB382-ADDF-4396-B908-7CCE5179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7D78BE-B89C-41AC-B359-80FBD102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675B7B-7030-47FD-BA39-3838160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32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84413-8C59-4D1E-9D97-15E5CED4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DD52BE-3021-4698-8F34-D0C016EFB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6D7C4A-7F0B-43AF-89AB-3B40A8DCC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78F4FC-C033-461A-AA52-84E13D19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0DE327-6CCC-4A68-9ADF-2B3B86D9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C6DD4A-F5A5-4D7F-8396-D06C4250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72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1E275-A41D-4A6A-A3B8-3B5B035C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770B7F-D54F-4224-9013-308C1C259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A106D-01C3-473E-8779-90AF8339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3DA93-9D5A-4972-94A4-85814D69D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98BA0-AD95-43B5-B103-2FE20001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97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244D37-4AC3-4D40-82F7-A523247D7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80820A-F715-44B1-8A67-A98C700A3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F7572-C7A1-47DE-B557-4777969B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90D63B-EB84-430D-9A84-B3500CDF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8B492-50DE-4FF4-8955-4765ED43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13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6A5046-F010-4E8B-9667-800BC77BD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B2CD15-8503-4F7D-9CA5-E9ED5E4CE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F77B3B-02F8-40A3-B489-871ACA4F0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BC3C0-1CC6-425C-93C8-CC2E09E99738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9034D-1452-4078-92C3-DB3696029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FFAEFC-51CB-4C4F-873B-7447C7B2B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8F9D4-1317-42EC-A175-10AC66553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58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10FCC-4901-4E74-A27C-678A2692A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1125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9180AA-20A5-411C-8A59-331059955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81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0721A-0AE0-4F47-A07C-9AEFEABA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CA1C1-8E44-4A34-B2D2-37D5BE9C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전달 방식에 따른 통신의 분류</a:t>
            </a:r>
            <a:endParaRPr lang="en-US" altLang="ko-KR" dirty="0"/>
          </a:p>
          <a:p>
            <a:pPr lvl="1"/>
            <a:r>
              <a:rPr lang="en-US" altLang="ko-KR" dirty="0"/>
              <a:t> Simplex (</a:t>
            </a:r>
            <a:r>
              <a:rPr lang="ko-KR" altLang="en-US" dirty="0"/>
              <a:t>단방향</a:t>
            </a:r>
            <a:r>
              <a:rPr lang="en-US" altLang="ko-KR" dirty="0"/>
              <a:t>) – </a:t>
            </a:r>
            <a:r>
              <a:rPr lang="ko-KR" altLang="en-US" dirty="0"/>
              <a:t>라디오</a:t>
            </a:r>
            <a:r>
              <a:rPr lang="en-US" altLang="ko-KR" dirty="0"/>
              <a:t>, TV</a:t>
            </a:r>
          </a:p>
          <a:p>
            <a:pPr lvl="1"/>
            <a:r>
              <a:rPr lang="en-US" altLang="ko-KR" dirty="0"/>
              <a:t> Half-Duplex (</a:t>
            </a:r>
            <a:r>
              <a:rPr lang="ko-KR" altLang="en-US" dirty="0" err="1"/>
              <a:t>반이중</a:t>
            </a:r>
            <a:r>
              <a:rPr lang="en-US" altLang="ko-KR" dirty="0"/>
              <a:t>) – </a:t>
            </a:r>
            <a:r>
              <a:rPr lang="ko-KR" altLang="en-US" dirty="0"/>
              <a:t>무전기</a:t>
            </a:r>
            <a:r>
              <a:rPr lang="en-US" altLang="ko-KR" dirty="0"/>
              <a:t>, email, </a:t>
            </a:r>
            <a:r>
              <a:rPr lang="ko-KR" altLang="en-US" dirty="0"/>
              <a:t>문자 메시지</a:t>
            </a:r>
            <a:endParaRPr lang="en-US" altLang="ko-KR" dirty="0"/>
          </a:p>
          <a:p>
            <a:pPr lvl="1"/>
            <a:r>
              <a:rPr lang="en-US" altLang="ko-KR" dirty="0"/>
              <a:t> Full-Duplex (</a:t>
            </a:r>
            <a:r>
              <a:rPr lang="ko-KR" altLang="en-US" dirty="0" err="1"/>
              <a:t>전이중</a:t>
            </a:r>
            <a:r>
              <a:rPr lang="en-US" altLang="ko-KR" dirty="0"/>
              <a:t>) – </a:t>
            </a:r>
            <a:r>
              <a:rPr lang="ko-KR" altLang="en-US" dirty="0"/>
              <a:t>전화</a:t>
            </a:r>
            <a:r>
              <a:rPr lang="en-US" altLang="ko-KR" dirty="0"/>
              <a:t>, </a:t>
            </a:r>
            <a:r>
              <a:rPr lang="ko-KR" altLang="en-US" dirty="0"/>
              <a:t>실시간 방송</a:t>
            </a:r>
            <a:endParaRPr lang="en-US" altLang="ko-KR" dirty="0"/>
          </a:p>
          <a:p>
            <a:pPr lvl="4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연결 매체에 따른 통신의 종류 </a:t>
            </a:r>
            <a:r>
              <a:rPr lang="en-US" altLang="ko-KR" dirty="0"/>
              <a:t>: </a:t>
            </a:r>
            <a:r>
              <a:rPr lang="ko-KR" altLang="en-US" dirty="0"/>
              <a:t>유선</a:t>
            </a:r>
            <a:r>
              <a:rPr lang="en-US" altLang="ko-KR" dirty="0"/>
              <a:t>, </a:t>
            </a:r>
            <a:r>
              <a:rPr lang="ko-KR" altLang="en-US" dirty="0"/>
              <a:t>무선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 신뢰성에 기반한 통신의 종류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연결 지향 </a:t>
            </a:r>
            <a:r>
              <a:rPr lang="en-US" altLang="ko-KR" dirty="0"/>
              <a:t>(TCP) – </a:t>
            </a:r>
            <a:r>
              <a:rPr lang="ko-KR" altLang="en-US" dirty="0"/>
              <a:t>동기 통신 </a:t>
            </a:r>
            <a:r>
              <a:rPr lang="en-US" altLang="ko-KR" dirty="0"/>
              <a:t>: </a:t>
            </a:r>
            <a:r>
              <a:rPr lang="ko-KR" altLang="en-US" dirty="0"/>
              <a:t>신뢰성 있는 정보의 교환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 err="1"/>
              <a:t>비연결</a:t>
            </a:r>
            <a:r>
              <a:rPr lang="ko-KR" altLang="en-US" dirty="0"/>
              <a:t> 지향 </a:t>
            </a:r>
            <a:r>
              <a:rPr lang="en-US" altLang="ko-KR" dirty="0"/>
              <a:t>(UDP) – </a:t>
            </a:r>
            <a:r>
              <a:rPr lang="ko-KR" altLang="en-US" dirty="0"/>
              <a:t>비동기 통신 </a:t>
            </a:r>
            <a:r>
              <a:rPr lang="en-US" altLang="ko-KR" dirty="0"/>
              <a:t>: </a:t>
            </a:r>
            <a:r>
              <a:rPr lang="ko-KR" altLang="en-US" dirty="0"/>
              <a:t>신뢰성과 무관한 정보의 교환</a:t>
            </a:r>
          </a:p>
        </p:txBody>
      </p:sp>
    </p:spTree>
    <p:extLst>
      <p:ext uri="{BB962C8B-B14F-4D97-AF65-F5344CB8AC3E}">
        <p14:creationId xmlns:p14="http://schemas.microsoft.com/office/powerpoint/2010/main" val="264396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CAB62-4837-4989-8114-406E9062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프로세스 간 통신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B28CA-7F3E-4D52-B6D4-7F1D3787E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Inter-Process Communication (IPC)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프로세스 간에 정보를 교환하는 방법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엄청나게 많은 방법이 존재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파일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메모리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운영체제 메커니즘 등 </a:t>
            </a:r>
            <a:r>
              <a:rPr lang="en-US" altLang="ko-KR" dirty="0">
                <a:sym typeface="Wingdings" panose="05000000000000000000" pitchFamily="2" charset="2"/>
              </a:rPr>
              <a:t>…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직접적인 프로세스간 정보 교환은 불가능</a:t>
            </a:r>
            <a:r>
              <a:rPr lang="en-US" altLang="ko-KR" dirty="0">
                <a:sym typeface="Wingdings" panose="05000000000000000000" pitchFamily="2" charset="2"/>
              </a:rPr>
              <a:t>!  </a:t>
            </a:r>
            <a:r>
              <a:rPr lang="ko-KR" altLang="en-US" dirty="0">
                <a:sym typeface="Wingdings" panose="05000000000000000000" pitchFamily="2" charset="2"/>
              </a:rPr>
              <a:t>가상 메모리</a:t>
            </a:r>
            <a:r>
              <a:rPr lang="en-US" altLang="ko-KR" dirty="0">
                <a:sym typeface="Wingdings" panose="05000000000000000000" pitchFamily="2" charset="2"/>
              </a:rPr>
              <a:t>(VM)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윈도우에서 제공되는 </a:t>
            </a:r>
            <a:r>
              <a:rPr lang="en-US" altLang="ko-KR" dirty="0">
                <a:sym typeface="Wingdings" panose="05000000000000000000" pitchFamily="2" charset="2"/>
              </a:rPr>
              <a:t>IPC</a:t>
            </a:r>
            <a:r>
              <a:rPr lang="ko-KR" altLang="en-US" dirty="0">
                <a:sym typeface="Wingdings" panose="05000000000000000000" pitchFamily="2" charset="2"/>
              </a:rPr>
              <a:t>용 메커니즘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WM_COPYDATA</a:t>
            </a:r>
            <a:r>
              <a:rPr lang="ko-KR" altLang="en-US" dirty="0">
                <a:sym typeface="Wingdings" panose="05000000000000000000" pitchFamily="2" charset="2"/>
              </a:rPr>
              <a:t>와 </a:t>
            </a:r>
            <a:r>
              <a:rPr lang="en-US" altLang="ko-KR" dirty="0">
                <a:sym typeface="Wingdings" panose="05000000000000000000" pitchFamily="2" charset="2"/>
              </a:rPr>
              <a:t>COPYDATASTRUCT </a:t>
            </a:r>
            <a:r>
              <a:rPr lang="ko-KR" altLang="en-US" dirty="0">
                <a:sym typeface="Wingdings" panose="05000000000000000000" pitchFamily="2" charset="2"/>
              </a:rPr>
              <a:t>자료형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상대 프로세스 주소 공간에 나의 메모리를 복사해서 전달하는 방법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 OS</a:t>
            </a:r>
            <a:r>
              <a:rPr lang="ko-KR" altLang="en-US" dirty="0">
                <a:sym typeface="Wingdings" panose="05000000000000000000" pitchFamily="2" charset="2"/>
              </a:rPr>
              <a:t>가 해줘야만 가능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윈도우 메시징 시스템</a:t>
            </a:r>
            <a:r>
              <a:rPr lang="en-US" altLang="ko-KR" b="1" dirty="0">
                <a:sym typeface="Wingdings" panose="05000000000000000000" pitchFamily="2" charset="2"/>
              </a:rPr>
              <a:t>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868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5171E-51AE-48A8-AF0F-79852E4E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메시징 시스템으로 정보 교환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4399E-4842-4365-B793-03BC4104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통신 방법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연결 지향 </a:t>
            </a:r>
            <a:r>
              <a:rPr lang="en-US" altLang="ko-KR" dirty="0"/>
              <a:t>: </a:t>
            </a:r>
            <a:r>
              <a:rPr lang="en-US" altLang="ko-KR" dirty="0" err="1"/>
              <a:t>SendMessage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 err="1"/>
              <a:t>비연결</a:t>
            </a:r>
            <a:r>
              <a:rPr lang="ko-KR" altLang="en-US" dirty="0"/>
              <a:t> 지향 </a:t>
            </a:r>
            <a:r>
              <a:rPr lang="en-US" altLang="ko-KR" dirty="0"/>
              <a:t>: </a:t>
            </a:r>
            <a:r>
              <a:rPr lang="en-US" altLang="ko-KR" dirty="0" err="1"/>
              <a:t>PostMessage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API</a:t>
            </a:r>
            <a:r>
              <a:rPr lang="ko-KR" altLang="en-US" dirty="0"/>
              <a:t>에 전달해야 하는 인수는 모두 동일 </a:t>
            </a:r>
            <a:r>
              <a:rPr lang="en-US" altLang="ko-KR" dirty="0"/>
              <a:t>== </a:t>
            </a:r>
            <a:r>
              <a:rPr lang="en-US" altLang="ko-KR" dirty="0" err="1"/>
              <a:t>WndProc</a:t>
            </a:r>
            <a:endParaRPr lang="en-US" altLang="ko-KR" dirty="0"/>
          </a:p>
          <a:p>
            <a:pPr lvl="2"/>
            <a:r>
              <a:rPr lang="en-US" altLang="ko-KR" dirty="0"/>
              <a:t> OS</a:t>
            </a:r>
            <a:r>
              <a:rPr lang="ko-KR" altLang="en-US" dirty="0"/>
              <a:t>가 알아서 해당 프로세스의 </a:t>
            </a:r>
            <a:r>
              <a:rPr lang="en-US" altLang="ko-KR" dirty="0" err="1"/>
              <a:t>WndProc</a:t>
            </a:r>
            <a:r>
              <a:rPr lang="ko-KR" altLang="en-US" dirty="0"/>
              <a:t>으로 전달</a:t>
            </a:r>
            <a:endParaRPr lang="en-US" altLang="ko-KR" dirty="0"/>
          </a:p>
          <a:p>
            <a:pPr lvl="1"/>
            <a:r>
              <a:rPr lang="ko-KR" altLang="en-US" dirty="0"/>
              <a:t> </a:t>
            </a:r>
            <a:r>
              <a:rPr lang="en-US" altLang="ko-KR" dirty="0" err="1"/>
              <a:t>WndProc</a:t>
            </a:r>
            <a:r>
              <a:rPr lang="ko-KR" altLang="en-US" dirty="0"/>
              <a:t>의 인수</a:t>
            </a:r>
            <a:endParaRPr lang="en-US" altLang="ko-KR" dirty="0"/>
          </a:p>
          <a:p>
            <a:pPr lvl="2"/>
            <a:r>
              <a:rPr lang="en-US" altLang="ko-KR" dirty="0"/>
              <a:t> HWND : </a:t>
            </a:r>
            <a:r>
              <a:rPr lang="en-US" altLang="ko-KR" dirty="0" err="1"/>
              <a:t>FindWindow</a:t>
            </a:r>
            <a:r>
              <a:rPr lang="en-US" altLang="ko-KR" dirty="0"/>
              <a:t>( ) API</a:t>
            </a:r>
            <a:r>
              <a:rPr lang="ko-KR" altLang="en-US" dirty="0"/>
              <a:t>를 통해 획득 가능</a:t>
            </a:r>
            <a:r>
              <a:rPr lang="en-US" altLang="ko-KR" dirty="0"/>
              <a:t>!</a:t>
            </a:r>
          </a:p>
          <a:p>
            <a:pPr lvl="2"/>
            <a:r>
              <a:rPr lang="en-US" altLang="ko-KR" dirty="0"/>
              <a:t> msg(int) : WM_~~~~ == </a:t>
            </a:r>
            <a:r>
              <a:rPr lang="ko-KR" altLang="en-US" dirty="0"/>
              <a:t>숫자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wParam</a:t>
            </a:r>
            <a:r>
              <a:rPr lang="en-US" altLang="ko-KR" dirty="0"/>
              <a:t> : </a:t>
            </a:r>
            <a:r>
              <a:rPr lang="ko-KR" altLang="en-US" dirty="0"/>
              <a:t>숫자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lParam</a:t>
            </a:r>
            <a:r>
              <a:rPr lang="en-US" altLang="ko-KR" dirty="0"/>
              <a:t> : </a:t>
            </a:r>
            <a:r>
              <a:rPr lang="ko-KR" altLang="en-US" dirty="0"/>
              <a:t>숫자</a:t>
            </a:r>
          </a:p>
        </p:txBody>
      </p:sp>
    </p:spTree>
    <p:extLst>
      <p:ext uri="{BB962C8B-B14F-4D97-AF65-F5344CB8AC3E}">
        <p14:creationId xmlns:p14="http://schemas.microsoft.com/office/powerpoint/2010/main" val="182652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A2BAB-D03D-40C8-A4D5-9F22E3C1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핸들 얻기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6AB9A6-313E-4A30-89DA-92644C66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프로세스 찾기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FindWindow</a:t>
            </a:r>
            <a:r>
              <a:rPr lang="en-US" altLang="ko-KR" dirty="0"/>
              <a:t>( ) API</a:t>
            </a:r>
            <a:r>
              <a:rPr lang="ko-KR" altLang="en-US" dirty="0"/>
              <a:t>를 이용해서 </a:t>
            </a:r>
            <a:r>
              <a:rPr lang="en-US" altLang="ko-KR" dirty="0"/>
              <a:t>HWND </a:t>
            </a:r>
            <a:r>
              <a:rPr lang="ko-KR" altLang="en-US" dirty="0"/>
              <a:t>획득 가능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해당 윈도우의 </a:t>
            </a:r>
            <a:r>
              <a:rPr lang="en-US" altLang="ko-KR" dirty="0" err="1"/>
              <a:t>WndProc</a:t>
            </a:r>
            <a:r>
              <a:rPr lang="ko-KR" altLang="en-US" dirty="0"/>
              <a:t>를 사실상 직접 호출하는 것과 같다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찾는 방법 </a:t>
            </a:r>
            <a:r>
              <a:rPr lang="en-US" altLang="ko-KR" dirty="0"/>
              <a:t>: Class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제목 표시줄 이름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FindWindowEx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클래스의 계층 구조를 이용한 자식 </a:t>
            </a:r>
            <a:r>
              <a:rPr lang="en-US" altLang="ko-KR" dirty="0"/>
              <a:t>HWND </a:t>
            </a:r>
            <a:r>
              <a:rPr lang="ko-KR" altLang="en-US" dirty="0"/>
              <a:t>획득 방법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메모장의 실제 </a:t>
            </a:r>
            <a:r>
              <a:rPr lang="en-US" altLang="ko-KR" dirty="0"/>
              <a:t>edit </a:t>
            </a:r>
            <a:r>
              <a:rPr lang="ko-KR" altLang="en-US" dirty="0"/>
              <a:t>객체를 찾아냈다</a:t>
            </a:r>
            <a:r>
              <a:rPr lang="en-US" altLang="ko-KR" dirty="0"/>
              <a:t>!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메시지를 전달했다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134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297</Words>
  <Application>Microsoft Office PowerPoint</Application>
  <PresentationFormat>와이드스크린</PresentationFormat>
  <Paragraphs>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1125</vt:lpstr>
      <vt:lpstr>통신</vt:lpstr>
      <vt:lpstr>프로세스 간 통신</vt:lpstr>
      <vt:lpstr>윈도우 메시징 시스템으로 정보 교환</vt:lpstr>
      <vt:lpstr>윈도우 핸들 얻기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1125</dc:title>
  <dc:creator>YUHAN</dc:creator>
  <cp:lastModifiedBy>YUHAN</cp:lastModifiedBy>
  <cp:revision>9</cp:revision>
  <dcterms:created xsi:type="dcterms:W3CDTF">2025-11-25T04:05:26Z</dcterms:created>
  <dcterms:modified xsi:type="dcterms:W3CDTF">2025-11-25T06:47:01Z</dcterms:modified>
</cp:coreProperties>
</file>